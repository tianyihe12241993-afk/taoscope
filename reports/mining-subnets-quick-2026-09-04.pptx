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Miner pool τ/day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047857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2563EB"/>
              </a:solidFill>
            </c:spPr>
          </c:dPt>
          <c:dPt>
            <c:idx val="4"/>
            <c:spPr>
              <a:solidFill>
                <a:srgbClr val="2563EB"/>
              </a:solidFill>
            </c:spPr>
          </c:dPt>
          <c:dPt>
            <c:idx val="5"/>
            <c:spPr>
              <a:solidFill>
                <a:srgbClr val="2563EB"/>
              </a:solidFill>
            </c:spPr>
          </c:dPt>
          <c:dPt>
            <c:idx val="6"/>
            <c:spPr>
              <a:solidFill>
                <a:srgbClr val="2563EB"/>
              </a:solidFill>
            </c:spPr>
          </c:dPt>
          <c:dPt>
            <c:idx val="7"/>
            <c:spPr>
              <a:solidFill>
                <a:srgbClr val="047857"/>
              </a:solidFill>
            </c:spPr>
          </c:dPt>
          <c:dPt>
            <c:idx val="8"/>
            <c:spPr>
              <a:solidFill>
                <a:srgbClr val="2563EB"/>
              </a:solidFill>
            </c:spPr>
          </c:dPt>
          <c:dPt>
            <c:idx val="9"/>
            <c:spPr>
              <a:solidFill>
                <a:srgbClr val="2563EB"/>
              </a:solidFill>
            </c:spPr>
          </c:dPt>
          <c:dPt>
            <c:idx val="10"/>
            <c:spPr>
              <a:solidFill>
                <a:srgbClr val="2563EB"/>
              </a:solidFill>
            </c:spPr>
          </c:dPt>
          <c:dPt>
            <c:idx val="11"/>
            <c:spPr>
              <a:solidFill>
                <a:srgbClr val="2563EB"/>
              </a:solidFill>
            </c:spPr>
          </c:dPt>
          <c:dPt>
            <c:idx val="12"/>
            <c:spPr>
              <a:solidFill>
                <a:srgbClr val="2563EB"/>
              </a:solidFill>
            </c:spPr>
          </c:dPt>
          <c:dPt>
            <c:idx val="13"/>
            <c:spPr>
              <a:solidFill>
                <a:srgbClr val="2563EB"/>
              </a:solidFill>
            </c:spPr>
          </c:dPt>
          <c:dPt>
            <c:idx val="14"/>
            <c:spPr>
              <a:solidFill>
                <a:srgbClr val="2563EB"/>
              </a:solidFill>
            </c:spPr>
          </c:dPt>
          <c:dPt>
            <c:idx val="15"/>
            <c:spPr>
              <a:solidFill>
                <a:srgbClr val="2563EB"/>
              </a:solidFill>
            </c:spPr>
          </c:dPt>
          <c:cat>
            <c:strRef>
              <c:f>Sheet1!$A$2:$A$17</c:f>
              <c:strCache>
                <c:ptCount val="16"/>
                <c:pt idx="0">
                  <c:v>SN11 TrajectoryRL</c:v>
                </c:pt>
                <c:pt idx="1">
                  <c:v>SN15 ORO</c:v>
                </c:pt>
                <c:pt idx="2">
                  <c:v>SN17 404—GEN</c:v>
                </c:pt>
                <c:pt idx="3">
                  <c:v>SN38 ChronoLLM</c:v>
                </c:pt>
                <c:pt idx="4">
                  <c:v>SN49 Nepher Robot</c:v>
                </c:pt>
                <c:pt idx="5">
                  <c:v>SN62 Ridges</c:v>
                </c:pt>
                <c:pt idx="6">
                  <c:v>SN66 conjectures</c:v>
                </c:pt>
                <c:pt idx="7">
                  <c:v>SN67 Harnyx</c:v>
                </c:pt>
                <c:pt idx="8">
                  <c:v>SN80 OpenRoboto</c:v>
                </c:pt>
                <c:pt idx="9">
                  <c:v>SN81 Reliquary</c:v>
                </c:pt>
                <c:pt idx="10">
                  <c:v>SN85 Vidaio</c:v>
                </c:pt>
                <c:pt idx="11">
                  <c:v>SN91 cascade</c:v>
                </c:pt>
                <c:pt idx="12">
                  <c:v>SN96 Verathos</c:v>
                </c:pt>
                <c:pt idx="13">
                  <c:v>SN98 NeverPlayAlo</c:v>
                </c:pt>
                <c:pt idx="14">
                  <c:v>SN100 Cortex</c:v>
                </c:pt>
                <c:pt idx="15">
                  <c:v>SN114 SOMA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23.0</c:v>
                </c:pt>
                <c:pt idx="1">
                  <c:v>101.6</c:v>
                </c:pt>
                <c:pt idx="2">
                  <c:v>28.4</c:v>
                </c:pt>
                <c:pt idx="3">
                  <c:v>23.4</c:v>
                </c:pt>
                <c:pt idx="4">
                  <c:v>24.3</c:v>
                </c:pt>
                <c:pt idx="5">
                  <c:v>32.8</c:v>
                </c:pt>
                <c:pt idx="6">
                  <c:v>8.5</c:v>
                </c:pt>
                <c:pt idx="7">
                  <c:v>15.6</c:v>
                </c:pt>
                <c:pt idx="8">
                  <c:v>42.9</c:v>
                </c:pt>
                <c:pt idx="9">
                  <c:v>20.2</c:v>
                </c:pt>
                <c:pt idx="10">
                  <c:v>14.7</c:v>
                </c:pt>
                <c:pt idx="11">
                  <c:v>28.4</c:v>
                </c:pt>
                <c:pt idx="12">
                  <c:v>23.1</c:v>
                </c:pt>
                <c:pt idx="13">
                  <c:v>8.2</c:v>
                </c:pt>
                <c:pt idx="14">
                  <c:v>17.9</c:v>
                </c:pt>
                <c:pt idx="15">
                  <c:v>40.5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280160" cy="1280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Bittensor mining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C7D2FE"/>
                </a:solidFill>
                <a:latin typeface="Calibri"/>
              </a:rPr>
              <a:t>The 16 subnets where we hold miner hotkeys: what each one is, what we submit, and what the dashboard says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Quick version · data from TaoScope at block 8991886 · 2026-09-04 · TAO $230.39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Coldkey 5EUHka4s…B1j6 (wallet oro-miner) · one coldkey, 92 hotkeys across 16 subnets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Overview: where we 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Miner statistics exclude validators (a validator is a UID receiving dividends). Our τ/day is the sum of our hotkeys' own emission at today's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05840"/>
          <a:ext cx="1152144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417320"/>
                <a:gridCol w="868680"/>
                <a:gridCol w="731520"/>
                <a:gridCol w="868680"/>
                <a:gridCol w="1325880"/>
                <a:gridCol w="1280160"/>
                <a:gridCol w="822960"/>
                <a:gridCol w="731520"/>
                <a:gridCol w="960120"/>
                <a:gridCol w="2057400"/>
              </a:tblGrid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SN</a:t>
                      </a:r>
                    </a:p>
                  </a:txBody>
                  <a:tcPr marL="36576" marR="36576" marT="13716" marB="1371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Subnet</a:t>
                      </a:r>
                    </a:p>
                  </a:txBody>
                  <a:tcPr marL="36576" marR="36576" marT="13716" marB="1371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Our hotkeys</a:t>
                      </a:r>
                    </a:p>
                  </a:txBody>
                  <a:tcPr marL="36576" marR="36576" marT="13716" marB="1371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Earning</a:t>
                      </a:r>
                    </a:p>
                  </a:txBody>
                  <a:tcPr marL="36576" marR="36576" marT="13716" marB="1371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Our τ/day</a:t>
                      </a:r>
                    </a:p>
                  </a:txBody>
                  <a:tcPr marL="36576" marR="36576" marT="13716" marB="1371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Miners earning</a:t>
                      </a:r>
                    </a:p>
                  </a:txBody>
                  <a:tcPr marL="36576" marR="36576" marT="13716" marB="1371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Miner pool τ/day</a:t>
                      </a:r>
                    </a:p>
                  </a:txBody>
                  <a:tcPr marL="36576" marR="36576" marT="13716" marB="1371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Reg fee τ</a:t>
                      </a:r>
                    </a:p>
                  </a:txBody>
                  <a:tcPr marL="36576" marR="36576" marT="13716" marB="1371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Payback</a:t>
                      </a:r>
                    </a:p>
                  </a:txBody>
                  <a:tcPr marL="36576" marR="36576" marT="13716" marB="1371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Emission rank</a:t>
                      </a:r>
                    </a:p>
                  </a:txBody>
                  <a:tcPr marL="36576" marR="36576" marT="13716" marB="1371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Submission window</a:t>
                      </a:r>
                    </a:p>
                  </a:txBody>
                  <a:tcPr marL="36576" marR="36576" marT="13716" marB="13716">
                    <a:solidFill>
                      <a:srgbClr val="0F172A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TrajectoryRL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0/1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0.4% (1/249)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23.0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0.0224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0d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#44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ORO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47857"/>
                          </a:solidFill>
                          <a:latin typeface="Calibri"/>
                        </a:rPr>
                        <a:t>1/3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47857"/>
                          </a:solidFill>
                          <a:latin typeface="Calibri"/>
                        </a:rPr>
                        <a:t>0.171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30.2% (74/245)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101.6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0.5631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6d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#8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open · closes in 13h 32m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404—GEN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0/1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0.4% (1/248)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28.4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0.0005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0d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#31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ChronoLLM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0/4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0.4% (1/250)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23.4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0.7400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0d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#42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Nepher Robotics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0/8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0.4% (1/246)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24.3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0.0500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0d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#40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open · closes in 9d 19h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Ridges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0/18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5.3% (13/245)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32.8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0.0005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0d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#28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open · no deadline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conjectures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0/4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0.4% (1/250)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8.5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0.0005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0d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#105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Harnyx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47857"/>
                          </a:solidFill>
                          <a:latin typeface="Calibri"/>
                        </a:rPr>
                        <a:t>2/3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47857"/>
                          </a:solidFill>
                          <a:latin typeface="Calibri"/>
                        </a:rPr>
                        <a:t>0.089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85.1% (211/248)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15.6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0.0496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#58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open · closes in 9h 32m</a:t>
                      </a:r>
                    </a:p>
                  </a:txBody>
                  <a:tcPr marL="36576" marR="36576" marT="13716" marB="13716">
                    <a:solidFill>
                      <a:srgbClr val="ECFDF5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OpenRoboto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0/5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1.6% (4/246)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42.9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0.0005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0d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#20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Reliquary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0/4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14.0% (35/250)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20.2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0.0005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0d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#48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Vidaio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0/1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5.1% (13/254)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14.7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0.0005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0d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#61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cascade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0/1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2.0% (5/249)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28.4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0.1123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0d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#33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open · closes in 3h 1m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Verathos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0/1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30.6% (76/248)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23.1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0.1000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#43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NeverPlayAlone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0/19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0.4% (1/251)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8.2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0.1000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0d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#112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open · closes in 18h 36m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</a:tr>
              <a:tr h="31735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Cortex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0/12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0.0% (0/251)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17.9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0.0005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#54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rolling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</a:tr>
              <a:tr h="3173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Calibri"/>
                        </a:rPr>
                        <a:t>SOMA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0/7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7.3% (18/247)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40.5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0.2500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405d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#21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Calibri"/>
                        </a:rPr>
                        <a:t>eval · ends in 9h 2m</a:t>
                      </a:r>
                    </a:p>
                  </a:txBody>
                  <a:tcPr marL="36576" marR="36576" marT="13716" marB="1371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8B91A1"/>
                </a:solidFill>
                <a:latin typeface="Calibri"/>
              </a:rPr>
              <a:t>Green rows: hotkeys earning today. Miners earning = share of miner UIDs with any incentive (count in brackets). Payback = registration fee ÷ median earning miner's daily income.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SN11 · TrajectoryRL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Agentic RL as a service: optimise agent trajectories so agents get cheaper, safer and more reliable.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Validators hand out agent tasks; miners return optimised trajectories / policies for them.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Scored on how much the trajectory improves cost, safety and reliability against the baseline.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Continuous serving, no fixed submission window.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Source: on-chain description and repo only; no local workspace yet.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https://github.com/trajectoryRL/trajectoryRL  ·  https://trajrl.com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0.60%  (rank #44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τ23.0 ($5,289)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τ23.0 ($5,289)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0.4%  (1 of 249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τ22.96 ($5,289)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τ22.958 ($5,289)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τ0.0224 ($5.15)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7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54  ·  top coldkey 50.0%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no tracker / n.a.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1 hotkeys · 0 earning · τ0.000 ($0) per day · best miner rank 128 of 249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129 (rank 128)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SN15 · 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ORO, AI commerce agents. A daily winner-take-all shopping-agent race.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Miners submit a Python agent that completes purchase tasks (search, compare, buy) in a sandboxed shop.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Qualifying closes 19:00 UTC every day; the race runs overnight and completes about 03:00 UTC.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Elimination is on the raw race score (bottom ~65% cut); the crown is decided on a 3-race weighted score.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Field is sealed while the race runs. Our agents are named minion_*; ORO's own reference agent is abandoned.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https://github.com/ORO-AI/oro  ·  https://oroagents.com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2.69%  (rank #8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τ101.6 ($23,398)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τ101.6 ($23,398)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30.2%  (74 of 245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τ94.20 ($21,702)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τ0.100 ($23)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τ0.5631 ($129.73)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5.6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11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91  ·  top coldkey 46.4%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OPEN · race 144 · closes in 13h 32m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ECFDF5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47857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3 hotkeys · 1 earning · τ0.171 ($39) per day · best miner rank 13 of 245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40 (rank 13), uid 139 (rank 163), uid 223 (rank 228)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Competition: race 144 qualifying · king ProductCompass score 0.5055 · field 302 agents · our agents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SN17 · 404—GEN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404-GEN, a 3D content generation competition platform. One competition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Current competition: procedural image-to-3D. Input one PNG of an object, output a JavaScript module that builds it in three.js.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Miners publish an open-source solution: a public GitHub repo plus a Docker image.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Validators run a king-of-the-hill tournament every 3 days; the leader takes the miner emission.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Not the old text-to-3D subnet; that pipeline died in late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https://github.com/404-Repo/404-gen-subnet  ·  https://www.404.xyz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0.74%  (rank #31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τ28.4 ($6,550)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τ28.4 ($6,550)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0.4%  (1 of 248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τ28.43 ($6,550)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τ28.430 ($6,550)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τ0.0005 ($0.12)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8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180  ·  top coldkey 50.0%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no tracker / n.a.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1 hotkeys · 0 earning · τ0.000 ($0) per day · best miner rank 41 of 248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41 (rank 41)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SN38 · ChronoLLM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ChronoLLM (CrunchDAO): competitive training of chronologically consistent language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Miners train a small LLM only on data up to a cutoff date, with no look-ahead leakage.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Submission is a model checkpoint plus training recipe (our stack: nanochrono).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Scored on held-out text from after the cutoff, so leakage is penalised and clean training wins.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Needs multi-GPU training; our last run was on an 8×B200 Lium pod.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https://github.com/chronollm/sn38  ·  https://chronollm.crunchdao.com/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0.62%  (rank #42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τ23.4 ($5,391)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τ23.4 ($5,391)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0.4%  (1 of 250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τ23.40 ($5,391)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τ23.401 ($5,391)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τ0.7400 ($170.49)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6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61  ·  top coldkey 50.0%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no tracker / n.a.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4 hotkeys · 0 earning · τ0.000 ($0) per day · best miner rank 137 of 250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142 (rank 137), uid 143 (rank 138), uid 144 (rank 139), uid 145 (rank 140)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SN49 · Nepher Robotics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Nepher Robotics: sim-to-real robotics policy tournaments on Isaac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Miners train navigation / locomotion policies and submit a signed agent zip, including their copy of the task.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Validators score it in an ephemeral GPU sandbox; several tournaments run at once, each in its own stage.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Contest board is public-config scoring; after close it is rescored privately and the winner is admin-approved.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Winner takes all. Open now: Humanoid Run Jump Phase 2 (closes Sep 14). Only the latest upload 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https://github.com/nepher-ai/nepher-subnet  ·  https://www.nepher.ai/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0.64%  (rank #40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τ24.3 ($5,600)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τ24.3 ($5,600)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0.4%  (1 of 246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τ0.24 ($56)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τ0.243 ($56)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τ0.0500 ($11.52)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0.2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10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96  ·  top coldkey 88.3%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OPEN · Humanoid Run Jump Challenge - Phase 2 · closes in 9d 19h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8 hotkeys · 0 earning · τ0.000 ($0) per day · best miner rank 44 of 246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48 (rank 44), uid 49 (rank 45), uid 55 (rank 49), uid 57 (rank 51), uid 61 (rank 55), uid 176 (rank 168) …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Competition: 2 active tournaments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SN62 · Ridges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Ridges: software-engineering coding agents on a fixed problem set, continuous queue.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Miners upload a Python coding agent any time; set 27 is the Linting task family (8 public samples).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Pipeline: pre-screening → screener 1 → screener 2 → validator → approval.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To earn you must beat the current leader: +3% score, or equal score at 6% lower cost.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Reward decays with a 336h half-life; breaking a long stall pays a multiplier (12h idle = 2×, 7d = 4.7×).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https://github.com/ridgesai/ridges  ·  https://www.ridges.ai/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0.85%  (rank #28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τ32.8 ($7,560)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τ32.8 ($7,560)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5.3%  (13 of 245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τ8.67 ($1,998)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τ1.741 ($401)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τ0.0005 ($0.12)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11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72  ·  top coldkey 29.8%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OPEN · set 27 · Linting · no deadline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18 hotkeys · 0 earning · τ0.000 ($0) per day · best miner rank 58 of 245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47 (rank 58), uid 48 (rank 59), uid 64 (rank 71), uid 66 (rank 73), uid 82 (rank 89), uid 91 (rank 97) …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Competition: set 27 Linting · king wingsuit @ 0.9 · 734 agents / 289 miners · our agents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SN66 · conjectures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conjectures: incentivising progress on decades-old open mathematical conjectures.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Owner posts open conjectures; miners submit candidate proofs, constructions or counter-examples.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Validators verify submissions mechanically before any reward.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Source: on-chain description and validator repo only; no local workspace yet.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https://github.com/conjectures-io/conjectures-validator  ·  https://conjectures.io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0.23%  (rank #105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τ8.5 ($1,964)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τ8.5 ($1,964)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0.4%  (1 of 250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τ8.53 ($1,964)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τ8.526 ($1,964)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τ0.0005 ($0.12)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6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54  ·  top coldkey 50.0%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no tracker / n.a.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4 hotkeys · 0 earning · τ0.000 ($0) per day · best miner rank 28 of 250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26 (rank 28), uid 113 (rank 113), uid 123 (rank 122), uid 194 (rank 192)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SN67 · Harnyx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Harnyx: deep research as a commodity. One batch of research tasks per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Miners upload a Python research agent; the batch closes 15:00 UTC daily and the whole field runs the same tasks.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Qualifying (~10 tasks, 250+ agents) selects a challenger; main (20 tasks) is challenger vs incumbent.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Dethrone by +0.10 score, or ≤0.90× cost, or ≤0.90× runtime with no score regression.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The crown is ~32% of emission; every other tier is ≤3.7%. Our only crown so far came through the runtime door.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https://github.com/harnyx/harnyx  ·  https://harnyx.ai/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0.41%  (rank #58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τ15.6 ($3,583)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τ15.6 ($3,583)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85.1%  (211 of 248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τ5.04 ($1,161)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τ0.044 ($10)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τ0.0496 ($11.43)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1.1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8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36  ·  top coldkey 38.3%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OPEN · daily batch · closes in 9h 32m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ECFDF5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47857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3 hotkeys · 2 earning · τ0.089 ($21) per day · best miner rank 43 of 248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54 (rank 43), uid 138 (rank 107), uid 30 (rank 217)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Competition: champion uid 116 score 0.64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SN80 · OpenRoboto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OpenRoboto: an open competition for continuously improving robotics (VLA)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Miners train vision-language-action policies (π0.5 class) and submit checkpoints.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Scored on task success in LIBERO / LIBERO-Pro (MuJoCo); the scoring harness is public, the held-out data is not.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Tempo 360 blocks (72 min); rank-based emission.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Our π0.5 pipeline lives in sn80-roboto/openroboto-train.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https://github.com/openroboto-ai/openroboto-subnet  ·  https://www.openroboto.ai/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1.12%  (rank #20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τ42.9 ($9,887)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τ42.9 ($9,887)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1.6%  (4 of 246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τ8.18 ($1,885)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τ1.840 ($424)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τ0.0005 ($0.12)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10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93  ·  top coldkey 41.7%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no tracker / n.a.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5 hotkeys · 0 earning · τ0.000 ($0) per day · best miner rank 223 of 246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232 (rank 223), uid 233 (rank 224), uid 234 (rank 225), uid 235 (rank 226), uid 236 (rank 227)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SN81 · Reliquary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Reliquary: the reinforcement-learning layer of Bittensor.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Validators supply RL environments; miners train policies and submit them for evaluation.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Scored on policy return in the validator's environments.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Source: on-chain description and repo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https://github.com/reliquadotai/reliquary  ·  https://www.reliqua.ai/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0.53%  (rank #48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τ20.2 ($4,657)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τ20.2 ($4,657)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14.0%  (35 of 250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τ1.16 ($268)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τ0.641 ($148)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τ0.0005 ($0.12)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6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145  ·  top coldkey 41.1%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no tracker / n.a.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4 hotkeys · 0 earning · τ0.000 ($0) per day · best miner rank 41 of 250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7 (rank 41), uid 192 (rank 193), uid 206 (rank 207), uid 207 (rank 208)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SN85 · Vidaio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Vidaio: AI video processing (upscaling and enhancement).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Miners serve video upscaling / enhancement models against validator requests.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Scored on output quality against reference frames and on turnaround time.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Continuous serving, no submission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https://github.com/vidaio-subnet/vidaio-subnet  ·  https://vidaio.io/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0.39%  (rank #61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τ14.7 ($3,392)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τ14.7 ($3,392)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5.1%  (13 of 254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τ6.18 ($1,425)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τ0.757 ($174)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τ0.0005 ($0.12)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2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121  ·  top coldkey 50.0%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no tracker / n.a.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1 hotkeys · 0 earning · τ0.000 ($0) per day · best miner rank 200 of 254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198 (rank 200)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SN91 ·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cascade: synthetic time-series data generators, king-of-the-hill.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Miners submit a data generator, not a model. The owner trains a fixed Toto2-4M forecaster on each corpus.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Scored on 2,000 private held-out windows; the challenger dethrones when its bootstrap LCB clears the margin.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Rounds by epoch: heat → duel → validation. Commit and reveal must land before the epoch boundary.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Entering a heat burns the hotkey for life; the win margin decays with the king's tenure (0.02 → 0.005).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https://github.com/TensorLink-AI/cascade  ·  cascadesub.net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0.74%  (rank #33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τ28.4 ($6,536)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τ28.4 ($6,536)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2.0%  (5 of 249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τ14.64 ($3,373)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τ3.660 ($843)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τ0.1123 ($25.88)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7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36  ·  top coldkey 27.7%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OPEN · round @8989200 · closes in 3h 1m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1 hotkeys · 0 earning · τ0.000 ($0) per day · best miner rank 37 of 249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37 (rank 37)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Competition: stage validation · king uid 23 · 30 entrants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SN96 · Verathos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Verathos: verified AI inference and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Miners serve inference / training jobs and return proofs that the work was executed as specified.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Scored on verified throughput and correctness.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Source: on-chain description and repo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https://github.com/verathos-ai/verathos  ·  https://verathos.ai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0.61%  (rank #43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τ23.1 ($5,320)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τ23.1 ($5,320)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30.6%  (76 of 248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τ0.68 ($157)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τ0.162 ($37)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τ0.1000 ($23.04)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0.6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8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109  ·  top coldkey 45.6%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no tracker / n.a.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1 hotkeys · 0 earning · τ0.000 ($0) per day · best miner rank 208 of 248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193 (rank 208)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SN98 · NeverPlayAlone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NeverPlayAlone: Minecraft companion agents, winner-take-all daily rounds.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Miners submit a Mineflayer (JavaScript) agent; validators run it on a live Minecraft server via RCON.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Rounds are 48h and open every 24h, so three overlap: submitting, evaluating, published.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Scored on task bands (distance, iron, endgame); the champion must be beaten by a margin (required 37.6 vs king 64.0).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Three submissions per hotkey for life; four agents per round is our standing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https://github.com/neverplayalone/neverplayalone_subnet  ·  https://neverplayalone.ai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0.22%  (rank #112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τ8.2 ($1,890)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τ8.2 ($1,890)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0.4%  (1 of 251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τ8.21 ($1,890)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τ8.205 ($1,890)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τ0.1000 ($23.04)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5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74  ·  top coldkey 50.0%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OPEN · round 2026-09-04 · closes in 18h 36m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19 hotkeys · 0 earning · τ0.000 ($0) per day · best miner rank 33 of 251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33 (rank 33), uid 36 (rank 36), uid 46 (rank 45), uid 47 (rank 46), uid 48 (rank 47), uid 49 (rank 48) …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Competition: king uid 16 score 64.032 · required 37.5967 · 28 miners in last round · open round 2026-09-04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SN100 · Cortex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Cortex (BASE / Prism): the open alternative to frontier AI. A model-training competition.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Miners submit a training recipe (training.py) that trains a language model under FLOPs and parameter caps.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Scored on bits-per-byte on the held-out dataset; winner-take-all, the king holds the miner emission.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Rolling submissions, but one accepted submission per hotkey, ever. 34 of 36 hotkeys were spent early.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Submissions loop through similarity → LLM review → scoring; 'stage' is not progress until a GPU is allocated.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https://github.com/CortexLM/cortex  ·  https://cortex.foundation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0.46%  (rank #54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τ17.9 ($4,129)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τ17.9 ($4,129)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0.0%  (0 of 251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τ0.00 ($0)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τ0.0005 ($0.12)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n/a (no earning median)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5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38  ·  top coldkey 81.5%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ROLLING · prism-v2.1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12 hotkeys · 0 earning · τ0.000 ($0) per day · best miner rank 19 of 251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20 (rank 19), uid 65 (rank 63), uid 90 (rank 88), uid 107 (rank 105), uid 110 (rank 108), uid 124 (rank 122) …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Competition: king uid 129 · 500 submissions / 113 miners · 0 live on GPU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SN114 · SOMA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SOMA: context compression for agents, delivered through MCP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What it is, what miners do, what we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Weekly competitions on SWE-bench agent traces: miners upload a compression service that shrinks agent context / chain-of-thought.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One upload per hotkey per competition, no update endpoint. Upload window 7 days, then 7 days of evaluation.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Scored on token savings gated on task success; mid-stage savings figures are not real until runs complete.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Comp 145 CoT-Compression-8 is in evaluation; prize pool ≈ 566 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89320"/>
            <a:ext cx="6126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8B91A1"/>
                </a:solidFill>
                <a:latin typeface="Calibri"/>
              </a:rPr>
              <a:t>Links: https://github.com/DendriteHQ/SOMA  ·  https://thesoma.ai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051560"/>
            <a:ext cx="5120640" cy="5440680"/>
          </a:xfrm>
          <a:prstGeom prst="rect">
            <a:avLst/>
          </a:prstGeom>
          <a:solidFill>
            <a:srgbClr val="F2F4F7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15568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Dashboard (TaoScope,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Emission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1.03%  (rank #21 of 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4650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 pool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4650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τ40.5 ($9,322)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2996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Validator pool /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τ40.5 ($9,322)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1343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Miners 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1343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7.3%  (18 of 247 miner UIDs)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9689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Top miner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9689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τ26.29 ($6,057)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8036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Median earner /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τ0.001 ($0)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16382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Registration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63824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τ0.2500 ($57.60) ·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47288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Payback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47288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404.9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30752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7307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256 / 256  ·  0 free  ·  9 validators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14216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Rivals (coldkeys)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014216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57  ·  top coldkey 32.5% of emission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297680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B91A1"/>
                </a:solidFill>
                <a:latin typeface="Calibri"/>
              </a:rPr>
              <a:t>Submission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Calibri"/>
              </a:rPr>
              <a:t>EVAL · #145 CoT-Compression-8 · ends in 9h 2m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72584"/>
            <a:ext cx="4846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718304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92624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7 hotkeys · 0 earning · τ0.000 ($0) per day · best miner rank 88 of 247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uid 83 (rank 88), uid 103 (rank 107), uid 110 (rank 113), uid 121 (rank 122), uid 156 (rank 153), uid 212 (rank 205) …</a:t>
            </a:r>
          </a:p>
          <a:p>
            <a:pPr algn="l"/>
            <a:r>
              <a:rPr sz="950" b="0">
                <a:solidFill>
                  <a:srgbClr val="0F172A"/>
                </a:solidFill>
                <a:latin typeface="Calibri"/>
              </a:rPr>
              <a:t>Competition: CoT-Compression-8 · evaluation · field 236 · king score 0.178 · prize pool 566 τ · our entries 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The prize on each table: miner pool per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Calibri"/>
              </a:rPr>
              <a:t>TAO paid to miners per day on each of our subnets, at today's alpha price. Green = we earn there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C7D2FE"/>
                </a:solidFill>
                <a:latin typeface="Calibri"/>
              </a:rPr>
              <a:t>TaoScope · 2026-09-04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051560"/>
          <a:ext cx="7498079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1188720"/>
            <a:ext cx="365760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Across our 16 subnets the miner pools pay τ453 ($104,468) per day.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We take τ0.260 ($60) of it today, on SN15 (ORO) and SN67 (Harnyx).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The rest of our 92 hotkeys are registered but not yet earning: mostly winner-take-all competitions where only the king is paid (SN98, SN100, SN17, SN91, SN49) or where our latest entry did not pass the gate (SN62, SN114).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Full version to follow: per-subnet dashboard screenshots, our submission history and next steps for each.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